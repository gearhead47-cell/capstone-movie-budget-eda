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THE COMEBACK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Hollywood Needs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Mid-Budget Movies Again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the disappearance of the $20–70M film,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it's costing the industry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Hollywood has increasingly abandoned the $20–70M film — the space that once housed dramas, character comedies, and adult thrillers — in favor of a barbell strategy: mega-budget tentpoles on one end, micro-budget horror and indies on the other.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lays out why that shift happened, what it's costing the industry creatively and financially, and why a return to the middle makes both artistic and economic sense.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18872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2984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$63M → $141M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3524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Inflation-adj. avg. budget,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films, 1990 vs 2019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8803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9900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 → 76%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35240" y="3611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share of box office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fewer studio films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45720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468172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35240" y="5303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$200M+ films from 2023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turned a profit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Middle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industry-agreed line, but most commentary converges on a similar range.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E5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Ultra-Low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$5M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No-budget to high-end indie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E5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$5–20M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11880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Horror, basic drama, early studio bets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990011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MID-BUDGET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$20–70M*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Dramas, comedies, thrillers — the focus of this deck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E5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/ Tentpole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72600" y="25603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$150M+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72600" y="3246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Franchise, superhero, global spectacle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*Some producers extend the upper bound to $100M given cost inflation since 2010.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Studios' Own Math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researcher Stephen Follows found a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 Pearson correlation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 film's budget and its box office gross.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5852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studios have learned that spending more money is a reasonably reliable way to make more money. That single data point is arguably the entire reason mid-budget films have been squeezed out — the math simply doesn't reward the middle the way it rewards the extremes.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0" y="128016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463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Paramount's Slate, Then vs. Now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057400"/>
          <a:ext cx="438912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Films released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$100M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$100M+ 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(Titanic)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range spanned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$0.7M – $200M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$5M – $210M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95160" y="50292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Flavorwire analysis of Paramount release data, 1997 vs. 2014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Just the Budget 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quoted for a film's "budget" almost never includes marketing (P&amp;A) — and that hidden cost is often just as large.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0" y="2011680"/>
            <a:ext cx="4114800" cy="10058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BUDGET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number reported in the press)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3017520"/>
            <a:ext cx="5394960" cy="237744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291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(P&amp;A)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7490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50–100% of the production budget on top —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disclosed, always real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0" y="237744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studios prefer a $150M film over a $40M one — the marketing spend on a major release doesn't have the flexibility that a production budget does, and a wide, saturated campaign is what it takes to compete for attention today.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0" y="4846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profitability bar rises with it: many $200M+ films now need close to $1B in worldwide gross just to break even.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Franchise Flywheel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of franchise wins taught the industry that spectacle scales globally in a way mid-budget drama doesn't.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402336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Worldwide Gross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Man (2008)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Dark Knight (2008)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$1.0B+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Wonder Woman (2017)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Aquaman (2018)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Avengers: Endgame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Gun: Maverick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$1.4B+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18120" y="2651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handful of tentpoles proved they could gross 4–8x their budget worldwide, that became the template every studio chased — and the international market rewards spectacle (translatable visuals, simple plots) far more than dialogue-driven drama.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18120" y="4572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cinema screen count alone grew from ~5,000 (2009) to over 82,000 (2021) — a market that rewards spectacle over specificity.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Filmmakers Went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those roles to develop as an actor and build your career, and those are gone.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Matt Damon, on the $20–70M films he calls his "bread and butter"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like Damien Chazelle, Steven Soderbergh, and Cary Fukunaga found their mid-budget, adult-oriented films squeezed out of theatrical release — many migrated to prestige television instead, where a studio doesn't need a billion-dollar global opening to justify the swing.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11887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Soderbergh Count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866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→ 2013, U.S. theatrical releases: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films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86600" y="2834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→ 128   -29%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3383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films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8660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→ 549   +100%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4251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box-office share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86600" y="4572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→ 76%   ↑ despite fewer films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5120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as many indie films are now competing for a shrinking slice of the pie — "like trying to hit a thrown baseball with another thrown baseball."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the Model Still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mid-budget films get a real release, they still deliver — often at a better ratio than tentpoles.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98080" cy="42062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Knives Out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Women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$218M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Crazy Rich Asians (2018)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$238M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Hustlers (2019)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$157M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Everywhere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at Once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$14–25M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965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49640" y="24688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film here returned 5–13x its budget — a ratio most $200M tentpoles never approach. The catch: none of these needed to gross a billion dollars to be considered a triumph.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49640" y="46634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absolute profit, but far less risk — and a much higher hit rate per dollar spent.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Math Favors the Middle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HIGH-BUDGET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2023's top-10 most expensive films ($200M+) turned a profit.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failure can cost hundreds of millions and drag down a studio's full-year results.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outcome: spectacular success or spectacular failure — very little middle ground.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MID-BUDGET STRATEGY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studio can absorb two or three mid-budget misses if a few others land — the losses are proportionally survivable.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tickets needed to clear breakeven, so the upside is not capped by scale either.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$40M film can still gross $1B — a higher budget increases downside risk more than it guarantees upside.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Will Show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slide — swap in the real charts from analyze_box_office.py once your enrichment run finishes.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volume by tier, 1984–2024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actual mix shift over time — chart 01/02 from the analysis script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81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by budget tier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releases estimated profitable (gross ≥ 2x budget) — chart 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24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distribution by tier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comparing return ratios across tiers — chart 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675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vs. major share over 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studio consolidation of the release slate — chart 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Coming Back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mid-budget as a portfolio hedge, not a charity case — its lower variance stabilizes a studio's full-year results against tentpole misfires.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awards-caliber talent make the case: directors like Chazelle, Gerwig, and Peele prove creative ambition and commercial return aren't opposed at this budget level.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4904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streaming as a release-window tool, not a dumping ground — day-and-date or windowed theatrical releases can recapture some mid-budget upside instead of ceding it entirely.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89204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tentpole profits deliberately — a studio raking in Endgame-level returns can afford to fund five $30M originals as a matter of policy, not accident.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"Mid-budget movies as we knew them are in decline" (Feb. 2022)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Magazine — "The Demise of Mid-Budget Cinema," Neil Iyer (Oct. 2022)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Fanfare (Medium) — "The Death of the Mid-Budget Movie," Rachel Presser (May 2023)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IndieWire — "The Disappearance of Mid-Budget Movies" (Daily Reads)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Flavorwire — "How the Death of Mid-Budget Cinema Left a Generation of Iconic Filmmakers MIA," Jason Bailey (2014)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Zero Films — "Why We Need Mid-Budget Movies" (Dec. 2024)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cited are drawn from these secondary sources; see analysis appendix for primary BoxOfficeMojo/TMDB-derived figures.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2026-08-21T18:30:05Z</dcterms:created>
  <dcterms:modified xsi:type="dcterms:W3CDTF">2026-08-21T18:30:05Z</dcterms:modified>
</cp:coreProperties>
</file>